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77404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con Python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593619" y="2901404"/>
            <a:ext cx="195676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IFCD093PO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186632" y="3526185"/>
            <a:ext cx="277058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principiante a científico de datos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Generales del Curso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114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Programar en Python a nivel básico-intermedio orientado a ciencia de datos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Dominar NumPy, Pandas, Matplotlib y Seaborn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Comprender el flujo de trabajo de Machine Learning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modelos supervisados y no supervisados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 modelos con métricas adecuadas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7924800" cy="101039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64755"/>
            <a:ext cx="7924800" cy="101039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803749"/>
            <a:ext cx="7924800" cy="101039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del Curso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554361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0-1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904851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de Python y matemáticas básicas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38200" y="2793355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3143845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Aprendizaje supervisado y modelos predictivos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838200" y="4032349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" y="4382839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Aprendizaje no supervisado y clustering</a:t>
            </a:r>
            <a:endParaRPr lang="en-US" sz="11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Previos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691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necesitas experiencia previa en programación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Manejo básico del sistema operativo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10-12 GB libres en disco para instalación local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a internet para descargas y recursos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4477" y="2129879"/>
            <a:ext cx="1534897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0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925830" y="2693640"/>
            <a:ext cx="329234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Bienvenida y Puesta en Marcha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Opciones de Entorno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268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Opción A: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Anaconda (instalación local en Windows)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Opción B: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Visual Studio Code con extensiones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Opción C: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Google Colab (sin instalación necesaria)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8743" y="1884164"/>
            <a:ext cx="1826514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1.1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09092" y="2447925"/>
            <a:ext cx="352581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Python desde Cero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997269" y="3072705"/>
            <a:ext cx="11493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Duración: 10 horas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Python?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691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nivel: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Sintaxis cercana al lenguaje humano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Interpretado: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Ejecución línea por línea sin compilación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Propósito general: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Web, datos, IA, automatización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 gigante: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Millones de desarrolladores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94476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22922"/>
            <a:ext cx="7924800" cy="94476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596283"/>
            <a:ext cx="7924800" cy="94476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Datos Fundamentales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161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 (Enteros)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752451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 -5, 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2651522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 (Decimales)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2925812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3.14, -0.5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200" y="3824883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 (Texto)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" y="4099173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"Hola"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Estructuras de Datos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691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[]: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Colecciones ordenadas y modificables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Diccionarios {}: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Pares clave-valor sin orden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Tuplas ():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Colecciones ordenadas e inmutables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Colecciones de elementos únicos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Flujo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268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Condicionales: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if, elif, else para tomar decisiones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Bucle for: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Iterar sobre secuencias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Bucle while: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Repetir mientras se cumpla condición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Funciones y POO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Funciones: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Bloques reutilizables con def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1872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Clases que combinan datos (atributos) y comportamientos (métodos)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8743" y="1884164"/>
            <a:ext cx="1826514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1.2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22299" y="2447925"/>
            <a:ext cx="349940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Librerías Fundamentales para ML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997269" y="3072705"/>
            <a:ext cx="11493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Duración: 12 horas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NumPy: Computación Numérica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268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 contigua: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Acceso mucho más rápido que listas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optimizado: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Escrito en C y Fortran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Vectorización: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Operaciones en arrays sin bucles explícitos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NumPy: Operaciones Clave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691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Creación: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np.array(), np.zeros(), np.ones(), np.random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Operaciones con arrays de diferentes formas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Indexación: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Selección por posición e indexación booleana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Estadísticas: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mean(), std(), sum()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Pandas: Manipulación de Datos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691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Arrays unidimensionales etiquetados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DataFrames: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Tablas bidimensionales (como Excel/SQL)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Cargar datos: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read_csv(), read_excel()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Exploración: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head(), info(), describe()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Pandas: Filtrado y Agrupación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691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loc/iloc: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Selección por etiqueta o posición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Filtrado booleano: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df[df['columna'] &gt; valor]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GroupBy: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Agrupar y aplicar funciones agregadas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faltantes: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Manejo de valores nulos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Visualización: Matplotlib y Seaborn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268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Librería base, potente y personalizable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Seaborn: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Alto nivel, gráficos estadísticos atractivos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Líneas, barras, dispersión, histogramas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94476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22922"/>
            <a:ext cx="7924800" cy="94476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596283"/>
            <a:ext cx="7924800" cy="94476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Gráficos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161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752451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Tendencias en el tiempo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2651522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2925812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de categorías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200" y="3824883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Dispersión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" y="4099173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Relaciones entre variables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41872"/>
            <a:ext cx="7924800" cy="289202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Recomendado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Importaciones estándar por convención: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76300" y="1870472"/>
            <a:ext cx="7429500" cy="810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import numpy as np</a:t>
            </a:r>
            <a:endParaRPr lang="en-US" sz="1140" dirty="0"/>
          </a:p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import pandas as pd</a:t>
            </a:r>
            <a:endParaRPr lang="en-US" sz="1140" dirty="0"/>
          </a:p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import matplotlib.pyplot as plt</a:t>
            </a:r>
            <a:endParaRPr lang="en-US" sz="1140" dirty="0"/>
          </a:p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import seaborn as sns</a:t>
            </a:r>
            <a:endParaRPr lang="en-US" sz="11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Ejercicios Prácticos Incluidos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268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1: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Normalización Z-score con NumPy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2: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Análisis de datos de películas con Pandas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3: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Gráficos de películas con Matplotlib/Seaborn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38019" y="1958429"/>
            <a:ext cx="22679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283787" y="2529929"/>
            <a:ext cx="257627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al Machine Learning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141153" y="2998440"/>
            <a:ext cx="486154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clave: Flujo de trabajo ML, overfitting, underfitting, validación cruzada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 del Curso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691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Teoría mínima + Práctica guiada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Ejercicios progresivos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Pequeños proyectos integradores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 hands-on: Aprender haciendo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Finalizar el Curso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691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Programar en Python a nivel básico-intermedio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proyectos de clasificación, regresión y clustering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 modelos con métricas apropiadas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Empaquetar y desplegar modelos simples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59914" y="1804095"/>
            <a:ext cx="282402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¡Bienvenido!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372048" y="2581275"/>
            <a:ext cx="43997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camino hacia la ciencia de datos comienza aquí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41280" y="3152775"/>
            <a:ext cx="26614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con Python - IFCD093PO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2026-01-11T19:14:23Z</dcterms:created>
  <dcterms:modified xsi:type="dcterms:W3CDTF">2026-01-11T19:14:23Z</dcterms:modified>
</cp:coreProperties>
</file>