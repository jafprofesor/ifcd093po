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8977CD-84FE-1994-192D-676EC53B3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4660E3-919C-0E54-1D10-4AD2D9AA4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CBEB08-7F41-1131-5798-4FE61A886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E2AC-F8D1-47F2-AD4F-6066FB92943F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33DA07-D603-8B6E-2022-E80A93E9E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2C949A-AD6F-670C-E980-57980671B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0A0-CBF6-48B1-B684-DED857719E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246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196AB-15F9-CA49-162C-AA5B93F8F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FBA062-2B9B-0C24-3EBF-3937C1434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2552AD-E922-07A3-3615-24D85FC5B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E2AC-F8D1-47F2-AD4F-6066FB92943F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E0075-FD81-5E4F-B243-23F8F7C1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86F585-8DC5-0796-85CF-DFAF64A4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0A0-CBF6-48B1-B684-DED857719E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4499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47253B-97E2-8599-EC2C-14B2176D9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DB337B-9BEE-C0D9-BB62-22790FE68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C8C652-093F-2FAB-AE86-862BC1800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E2AC-F8D1-47F2-AD4F-6066FB92943F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CB14D9-0E4C-D844-364B-BF0CD7A36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1BC76D-9476-28F4-C8C9-5D2CDD57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0A0-CBF6-48B1-B684-DED857719E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1987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6CF6B-948B-7F09-F832-BCD1E4C09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1F8075-E130-17F4-B692-9955872F7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F77DDD1-505F-E580-5E96-85DBD6D1A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200E1D-EF35-29A3-4672-D395F19B6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E2AC-F8D1-47F2-AD4F-6066FB92943F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DEC214-86AC-6044-C9A3-713282FBA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509689-9A0B-C9D0-9D50-DFD14A81B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0A0-CBF6-48B1-B684-DED857719E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796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B1A9E0-12D9-9874-C16F-CEC4F19C7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637DF4-8B4E-21BD-DFE5-FB5BD81B4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EA4320-3EE2-2DDD-2DE6-DEE41684C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7C1B2AE-46E8-DDB3-A89C-D91DF6E322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95C5931-4051-9F6C-D031-A30E716C30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74CA1A2-9C60-94CA-ECD8-9C628295C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E2AC-F8D1-47F2-AD4F-6066FB92943F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EADB22C-FF8C-2223-11FB-36F9B23FB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1774578-121F-85A9-FE64-0A2B37A9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0A0-CBF6-48B1-B684-DED857719E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584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ECEA35-5668-C590-380F-41D50C2BA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019BF47-3FE1-50D3-EBD5-90CC20E1D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E2AC-F8D1-47F2-AD4F-6066FB92943F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B452B24-7D4D-B2B4-B7D1-15622218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17E2209-70B7-9515-D924-2BEFB3F15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0A0-CBF6-48B1-B684-DED857719E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5944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471832D-F6B8-D59B-7F94-382BB4A20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E2AC-F8D1-47F2-AD4F-6066FB92943F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4B210EA-B9F8-7619-25E0-822A7AEAA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196661-D67F-1A78-8FE4-B71344F1D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0A0-CBF6-48B1-B684-DED857719E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7265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36EE28-A2FC-3AB3-DA9E-18036C926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4DC25A-7C31-79C1-A429-192F67B6F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61DC49-6275-8B41-B06C-2D320CB6C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583D83-1041-DEA4-0CAD-216706D3B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E2AC-F8D1-47F2-AD4F-6066FB92943F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7014D8-4AFF-6C15-1470-2B0DB46A4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D56820-8D4D-193F-B89B-FC8F3B328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0A0-CBF6-48B1-B684-DED857719E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9327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CBC18-DFD8-4A70-CE17-28BD5966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8BB9E55-FB80-B2AF-4DC9-5DF02AAEF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C2D4B8E-5943-2FDB-28A1-1D214771C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2D6EB4-FF70-5276-1F0E-F7D0D6939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E2AC-F8D1-47F2-AD4F-6066FB92943F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48E907-03F7-8F16-C240-47321FC32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2B672A-B0F8-EB2C-DCCD-63815878C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0A0-CBF6-48B1-B684-DED857719E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3047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DD99A5-1FBD-293F-06EA-A1FB6058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1A36784-3F36-FE58-CD35-8352829A8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BB93E7-9AE2-CBCC-99FB-371D20D4E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E2AC-F8D1-47F2-AD4F-6066FB92943F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E002B9-9B0D-D1E1-BB6D-80CABFE1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906641-3F78-C537-2840-4682D7E28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0A0-CBF6-48B1-B684-DED857719E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8706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4247783-8DAE-27D1-0CB0-ADF5568D5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AB14AEB-88B8-AE4E-EB48-EAE0B67D3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E45117-CFB1-C5DD-4A52-325117FD5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E2AC-F8D1-47F2-AD4F-6066FB92943F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46B0D9-40A3-33AC-256D-FDE93DFCD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319EAE-6B9A-7254-40DE-69C1975DB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0A0-CBF6-48B1-B684-DED857719E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510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34189FB-C1B3-ABDF-6701-E46E71259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45D3F1-023E-188E-2552-12B6F0C07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6C0A29-EF75-B00D-F182-36E2FEC6D2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4E2AC-F8D1-47F2-AD4F-6066FB92943F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303120-9EAA-C84C-DFC8-87C5B5135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08E4EF-E1BB-EDED-CBE8-492195EE46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0C0A0-CBF6-48B1-B684-DED857719E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0740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B9647-1569-8D42-8173-D14E5A61F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D5F86A-A76D-846C-34F5-8229A89D45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9E838C-F7C0-B8D6-5535-79115DE63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0DB2636-5128-9C23-1990-A6582A90368F}"/>
              </a:ext>
            </a:extLst>
          </p:cNvPr>
          <p:cNvSpPr/>
          <p:nvPr/>
        </p:nvSpPr>
        <p:spPr>
          <a:xfrm>
            <a:off x="1809750" y="5857875"/>
            <a:ext cx="10382250" cy="973543"/>
          </a:xfrm>
          <a:prstGeom prst="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8246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86721A-41AC-FE7F-278D-BE660AF3F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690C39-9746-B9CB-5694-9C6F0AC9E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537171C-A284-4D7F-9C46-7DF617CA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AD44C8B-FC34-D433-FCE7-9011E18FEFD4}"/>
              </a:ext>
            </a:extLst>
          </p:cNvPr>
          <p:cNvSpPr/>
          <p:nvPr/>
        </p:nvSpPr>
        <p:spPr>
          <a:xfrm>
            <a:off x="10972800" y="6524625"/>
            <a:ext cx="1219200" cy="306793"/>
          </a:xfrm>
          <a:prstGeom prst="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3091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40134-A2F8-4284-3A90-B2C8D7C45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EF8A07-F8C1-217C-AC31-1F5D47B7B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690D40A-50C9-AA7A-684A-5F6F147CF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03ABAF9-954B-0C7D-8601-A0A5A68A52B5}"/>
              </a:ext>
            </a:extLst>
          </p:cNvPr>
          <p:cNvSpPr/>
          <p:nvPr/>
        </p:nvSpPr>
        <p:spPr>
          <a:xfrm>
            <a:off x="10972800" y="6524625"/>
            <a:ext cx="1219200" cy="306793"/>
          </a:xfrm>
          <a:prstGeom prst="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1731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F46276-1EC4-F501-2DCB-53F673B75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CF2A3D-2C2F-E4EA-2C66-AC6677BE1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D71C52-19AE-64DE-7205-D5EF4B8E5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29983C5-8C4C-7F43-6EE9-250CEC8A04C4}"/>
              </a:ext>
            </a:extLst>
          </p:cNvPr>
          <p:cNvSpPr/>
          <p:nvPr/>
        </p:nvSpPr>
        <p:spPr>
          <a:xfrm>
            <a:off x="10972800" y="6524625"/>
            <a:ext cx="1219200" cy="306793"/>
          </a:xfrm>
          <a:prstGeom prst="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7466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AC37E-201E-846F-AE57-39114C18D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4CFEDF-D315-EDAB-EFEC-0F0062B9F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AD54C4-E28B-8F99-D850-86E69ADC1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5C8F139-23CC-AD0F-F47A-C405084EEEDD}"/>
              </a:ext>
            </a:extLst>
          </p:cNvPr>
          <p:cNvSpPr/>
          <p:nvPr/>
        </p:nvSpPr>
        <p:spPr>
          <a:xfrm>
            <a:off x="10972800" y="6524625"/>
            <a:ext cx="1219200" cy="306793"/>
          </a:xfrm>
          <a:prstGeom prst="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0221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3B6E5-C072-76B1-8A19-56C0A406A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F9832D-77D8-7044-C9F9-D2F1C2620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59E822F-8B99-6D78-1560-2DF4790FE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95DEF4B-A641-1528-24EA-C0CAF3E28E14}"/>
              </a:ext>
            </a:extLst>
          </p:cNvPr>
          <p:cNvSpPr/>
          <p:nvPr/>
        </p:nvSpPr>
        <p:spPr>
          <a:xfrm>
            <a:off x="10972800" y="6524625"/>
            <a:ext cx="1219200" cy="306793"/>
          </a:xfrm>
          <a:prstGeom prst="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5504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1F591C-2918-12CC-7312-64CFEC844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670E41-1569-586A-A2FE-E8CE6D8B7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F7E7D07-E71C-2304-5056-5B5B72216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C539C80-8363-66EF-D5ED-31C23552F814}"/>
              </a:ext>
            </a:extLst>
          </p:cNvPr>
          <p:cNvSpPr/>
          <p:nvPr/>
        </p:nvSpPr>
        <p:spPr>
          <a:xfrm>
            <a:off x="10972800" y="6524625"/>
            <a:ext cx="1219200" cy="306793"/>
          </a:xfrm>
          <a:prstGeom prst="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4323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AAD4C-B783-5605-6D72-34608B1F9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C3D667-9509-EC97-2299-BD8A4CB15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B312CCF-7D74-2C65-D92A-F3E19D47B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EE0BB04-FA73-2076-1D72-6B176514F15C}"/>
              </a:ext>
            </a:extLst>
          </p:cNvPr>
          <p:cNvSpPr/>
          <p:nvPr/>
        </p:nvSpPr>
        <p:spPr>
          <a:xfrm>
            <a:off x="10972800" y="6524625"/>
            <a:ext cx="1219200" cy="306793"/>
          </a:xfrm>
          <a:prstGeom prst="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1423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949EA-25B6-ABBC-AA28-D67542808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0EFB4E-68E4-D6C5-103D-C5D48D486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7BB77C-6E18-0058-1EE7-DD83647D7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329B246-F69C-894A-C08A-148879E4665D}"/>
              </a:ext>
            </a:extLst>
          </p:cNvPr>
          <p:cNvSpPr/>
          <p:nvPr/>
        </p:nvSpPr>
        <p:spPr>
          <a:xfrm>
            <a:off x="10972800" y="6524625"/>
            <a:ext cx="1219200" cy="306793"/>
          </a:xfrm>
          <a:prstGeom prst="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5053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0AC49C-2CF5-ED68-B7F2-D3B59EF40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F9BB04-F1C1-C590-AF7A-F84A3BD84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558E548-75E2-92C3-BA77-33ED83483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CDA2BB5-04AA-2C77-076B-23B6A0652138}"/>
              </a:ext>
            </a:extLst>
          </p:cNvPr>
          <p:cNvSpPr/>
          <p:nvPr/>
        </p:nvSpPr>
        <p:spPr>
          <a:xfrm>
            <a:off x="10972800" y="6524625"/>
            <a:ext cx="1219200" cy="306793"/>
          </a:xfrm>
          <a:prstGeom prst="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6258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F0F3D-E932-FE9F-72E1-C33CC6087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70F7C3-4F7A-9472-F71A-97ADEDB44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2DA5F8A-DC6E-DA28-6D73-52130C10D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C3232D5-D1DD-FC1E-5385-8CA5DA1428E0}"/>
              </a:ext>
            </a:extLst>
          </p:cNvPr>
          <p:cNvSpPr/>
          <p:nvPr/>
        </p:nvSpPr>
        <p:spPr>
          <a:xfrm>
            <a:off x="10972800" y="6524625"/>
            <a:ext cx="1219200" cy="306793"/>
          </a:xfrm>
          <a:prstGeom prst="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8452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8895C-2C36-CC21-4021-EE54925E1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B98226-2A91-FB90-6C83-1782F7FE3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8B1DCF-649D-7E10-2FA1-78F51E909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4DB1AC7-1B09-07DF-8AD3-BAA913E7B33D}"/>
              </a:ext>
            </a:extLst>
          </p:cNvPr>
          <p:cNvSpPr/>
          <p:nvPr/>
        </p:nvSpPr>
        <p:spPr>
          <a:xfrm>
            <a:off x="10972800" y="6524625"/>
            <a:ext cx="1219200" cy="306793"/>
          </a:xfrm>
          <a:prstGeom prst="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499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2ADFA-651F-E5EE-8A28-815EA94D1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4301B7-3064-AC6F-28D1-CE5FDC9BE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2AD79DD-9698-F341-CD79-F0C9C6BC9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1F08195-C5EE-ACAF-B4B4-F57C414C4110}"/>
              </a:ext>
            </a:extLst>
          </p:cNvPr>
          <p:cNvSpPr/>
          <p:nvPr/>
        </p:nvSpPr>
        <p:spPr>
          <a:xfrm>
            <a:off x="10972800" y="6524625"/>
            <a:ext cx="1219200" cy="306793"/>
          </a:xfrm>
          <a:prstGeom prst="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5685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7C979D-EF1E-B583-7F21-DFF8E085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7E8DA5-B894-43B8-A5A7-9950FC57C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A134C39-5B1E-184B-CBE3-BCB952DB3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7AFCBDB-E985-8C8A-C5E4-E246CD6FBB74}"/>
              </a:ext>
            </a:extLst>
          </p:cNvPr>
          <p:cNvSpPr/>
          <p:nvPr/>
        </p:nvSpPr>
        <p:spPr>
          <a:xfrm>
            <a:off x="10972800" y="6524625"/>
            <a:ext cx="1219200" cy="306793"/>
          </a:xfrm>
          <a:prstGeom prst="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4633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ACC60-BC84-C8A1-7F2F-038248E5F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3D9082-DB52-C0A2-4E79-D2DFC5143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0FFA467-1327-75EC-C104-46A19F5E8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F24B3CE-A605-A6C4-2E20-DA241780CDA0}"/>
              </a:ext>
            </a:extLst>
          </p:cNvPr>
          <p:cNvSpPr/>
          <p:nvPr/>
        </p:nvSpPr>
        <p:spPr>
          <a:xfrm>
            <a:off x="10972800" y="6524625"/>
            <a:ext cx="1219200" cy="306793"/>
          </a:xfrm>
          <a:prstGeom prst="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1510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3F66C-99F2-1D38-A942-6461CF12C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C13AD1-61FB-C036-9301-8590547E0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F5DD06-717A-91E2-CC48-3109238A3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B5592FD-0DF2-B6A6-E4A4-6983FB431AD4}"/>
              </a:ext>
            </a:extLst>
          </p:cNvPr>
          <p:cNvSpPr/>
          <p:nvPr/>
        </p:nvSpPr>
        <p:spPr>
          <a:xfrm>
            <a:off x="10972800" y="6524625"/>
            <a:ext cx="1219200" cy="306793"/>
          </a:xfrm>
          <a:prstGeom prst="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8524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5F9DF1-C342-3C96-F9F0-5C3972AA6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C3B27B-ED2D-73A5-D1D8-65EEEDE8C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34C7651-42CE-759F-9A09-B48E8954B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BCEA289-9F3C-A103-8A16-777C2DC7D681}"/>
              </a:ext>
            </a:extLst>
          </p:cNvPr>
          <p:cNvSpPr/>
          <p:nvPr/>
        </p:nvSpPr>
        <p:spPr>
          <a:xfrm>
            <a:off x="10972800" y="6592093"/>
            <a:ext cx="1219200" cy="306793"/>
          </a:xfrm>
          <a:prstGeom prst="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0112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6CA180-8505-BD96-75D4-669270EA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17962F-B70A-F7BC-D3DB-E71D86844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D83415-7528-75EC-E036-6FAB5F1D9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A3157EC-16A6-B423-733D-1FEF7BDA4404}"/>
              </a:ext>
            </a:extLst>
          </p:cNvPr>
          <p:cNvSpPr/>
          <p:nvPr/>
        </p:nvSpPr>
        <p:spPr>
          <a:xfrm>
            <a:off x="10972800" y="6524625"/>
            <a:ext cx="1219200" cy="306793"/>
          </a:xfrm>
          <a:prstGeom prst="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217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8A2DF-7F9B-ADD9-A31E-D5E32ED35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214CCD-5217-367F-C587-7E5CEB3E5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6F26D2-7833-B854-2733-BCC60D2DF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96E5077-9902-65CE-772D-4661548E77F0}"/>
              </a:ext>
            </a:extLst>
          </p:cNvPr>
          <p:cNvSpPr/>
          <p:nvPr/>
        </p:nvSpPr>
        <p:spPr>
          <a:xfrm>
            <a:off x="10972800" y="6524625"/>
            <a:ext cx="1219200" cy="306793"/>
          </a:xfrm>
          <a:prstGeom prst="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32789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Antonio Ferrández Rodríguez</dc:creator>
  <cp:lastModifiedBy>Juan Antonio Ferrández Rodríguez</cp:lastModifiedBy>
  <cp:revision>1</cp:revision>
  <dcterms:created xsi:type="dcterms:W3CDTF">2026-01-11T19:09:16Z</dcterms:created>
  <dcterms:modified xsi:type="dcterms:W3CDTF">2026-01-11T19:10:00Z</dcterms:modified>
</cp:coreProperties>
</file>